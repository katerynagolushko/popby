
<file path=[Content_Types].xml><?xml version="1.0" encoding="utf-8"?>
<ns0:Types xmlns:ns0="http://schemas.openxmlformats.org/package/2006/content-types">
  <ns0:Default Extension="bin" ContentType="application/vnd.openxmlformats-officedocument.presentationml.printerSettings"/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slides/slide1.xml" ContentType="application/vnd.openxmlformats-officedocument.presentationml.slide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viewProps.xml" ContentType="application/vnd.openxmlformats-officedocument.presentationml.viewProps+xml"/>
  <ns0:Override PartName="/ppt/fonts/font1.fntdata" ContentType="application/vnd.openxmlformats-officedocument.obfuscatedFont"/>
  <ns0:Override PartName="/ppt/fonts/font2.fntdata" ContentType="application/vnd.openxmlformats-officedocument.obfuscatedFont"/>
  <ns0:Override PartName="/ppt/fonts/font3.fntdata" ContentType="application/vnd.openxmlformats-officedocument.obfuscatedFont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ns2="http://schemas.openxmlformats.org/drawingml/2006/main" xmlns:p="http://schemas.openxmlformats.org/presentationml/2006/main" xmlns:r="http://schemas.openxmlformats.org/officeDocument/2006/relationships" saveSubsetFonts="1" autoCompressPictures="0">
  <p:embeddedFontLst>
    <p:embeddedFont>
      <p:font typeface="Syne" panose="020B0604020202020204" pitchFamily="34" charset="-122"/>
      <p:regular r:id="rId8" fontKey="{8DE3D4D5-F962-4EEA-BDB4-73F1AD080F26}"/>
    </p:embeddedFont>
    <p:embeddedFont>
      <p:font typeface="IBM Plex Sans" panose="020B0604020202020204" pitchFamily="34" charset="-122"/>
      <p:regular r:id="rId9" fontKey="{CD76B968-A88A-4C98-AEFD-9BC0061B3736}"/>
    </p:embeddedFont>
    <p:embeddedFont>
      <p:font typeface="IBM Plex Sans Medium" panose="020B0604020202020204" pitchFamily="34" charset="-122"/>
      <p:regular r:id="rId10" fontKey="{2B5DEF75-CB19-4869-8A44-E92EE5EDE334}"/>
    </p:embeddedFont>
  </p:embeddedFontLst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ns2:defPPr>
      <ns2:defRPr lang="en-US"/>
    </ns2:defPPr>
    <ns2:lvl1pPr marL="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8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60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2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4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600" algn="l" defTabSz="457200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?>
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printerSettings" Target="printerSettings/printerSettings1.bin" /><Relationship Id="rId3" Type="http://schemas.openxmlformats.org/officeDocument/2006/relationships/presProps" Target="presProps.xml" /><Relationship Id="rId4" Type="http://schemas.openxmlformats.org/officeDocument/2006/relationships/viewProps" Target="viewProps.xml" /><Relationship Id="rId5" Type="http://schemas.openxmlformats.org/officeDocument/2006/relationships/theme" Target="theme/theme1.xml" /><Relationship Id="rId6" Type="http://schemas.openxmlformats.org/officeDocument/2006/relationships/tableStyles" Target="tableStyles.xml" /><Relationship Id="rId7" Type="http://schemas.openxmlformats.org/officeDocument/2006/relationships/slide" Target="slides/slide1.xml" /><Relationship Id="rId8" Type="http://schemas.openxmlformats.org/officeDocument/2006/relationships/font" Target="fonts/font1.fntdata" /><Relationship Id="rId9" Type="http://schemas.openxmlformats.org/officeDocument/2006/relationships/font" Target="fonts/font2.fntdata" /><Relationship Id="rId10" Type="http://schemas.openxmlformats.org/officeDocument/2006/relationships/font" Target="fonts/font3.fntdata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EF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mai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457200" cy="4572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15568" y="1499616"/>
            <a:ext cx="23774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A1F36"/>
                </a:solidFill>
                <a:latin typeface="Syne"/>
              </a:rPr>
              <a:t>Hangby</a:t>
            </a:r>
            <a:r>
              <a:rPr sz="3200" b="1">
                <a:solidFill>
                  <a:srgbClr val="FF5722"/>
                </a:solidFill>
                <a:latin typeface="Syne"/>
              </a:rPr>
              <a:t>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139696"/>
            <a:ext cx="5227167" cy="2331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02000"/>
              </a:lnSpc>
              <a:spcAft>
                <a:spcPts val="0"/>
              </a:spcAft>
            </a:pPr>
            <a:r>
              <a:rPr sz="5000" b="1">
                <a:solidFill>
                  <a:srgbClr val="1A1F36"/>
                </a:solidFill>
                <a:latin typeface="Syne"/>
              </a:rPr>
              <a:t>The </a:t>
            </a:r>
            <a:r>
              <a:rPr sz="5000" b="1">
                <a:solidFill>
                  <a:srgbClr val="FF5722"/>
                </a:solidFill>
                <a:latin typeface="Syne"/>
              </a:rPr>
              <a:t>first startup
</a:t>
            </a:r>
            <a:r>
              <a:rPr sz="5000" b="1">
                <a:solidFill>
                  <a:srgbClr val="1A1F36"/>
                </a:solidFill>
                <a:latin typeface="Syne"/>
              </a:rPr>
              <a:t>social network
for </a:t>
            </a:r>
            <a:r>
              <a:rPr sz="5000" b="1">
                <a:solidFill>
                  <a:srgbClr val="FF5722"/>
                </a:solidFill>
                <a:latin typeface="Syne"/>
              </a:rPr>
              <a:t>IRL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07408"/>
            <a:ext cx="5227167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>
                <a:solidFill>
                  <a:srgbClr val="45495A"/>
                </a:solidFill>
                <a:latin typeface="IBM Plex Sans Medium"/>
              </a:rPr>
              <a:t>See who's free nearby and meet in person spontaneously.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63511" y="868680"/>
            <a:ext cx="4160520" cy="4160520"/>
          </a:xfrm>
          <a:prstGeom prst="roundRect">
            <a:avLst/>
          </a:prstGeom>
          <a:solidFill>
            <a:srgbClr val="F2EFE9"/>
          </a:solidFill>
          <a:ln w="38100">
            <a:solidFill>
              <a:srgbClr val="FF57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391" y="1051560"/>
            <a:ext cx="3794760" cy="3794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49211" y="5321808"/>
            <a:ext cx="4389120" cy="502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600" b="1">
                <a:solidFill>
                  <a:srgbClr val="1A1F36"/>
                </a:solidFill>
                <a:latin typeface="Syne"/>
              </a:rPr>
              <a:t>Scan to join the waitlist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211" y="5705856"/>
            <a:ext cx="4389120" cy="3108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800" b="0">
                <a:solidFill>
                  <a:srgbClr val="5B5D6C"/>
                </a:solidFill>
                <a:latin typeface="IBM Plex Sans Medium"/>
              </a:rPr>
              <a:t>hangby.me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