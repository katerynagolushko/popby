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fonts/font1.fntdata" ContentType="application/vnd.openxmlformats-officedocument.obfuscatedFont"/>
  <ns0:Override PartName="/ppt/fonts/font2.fntdata" ContentType="application/vnd.openxmlformats-officedocument.obfuscatedFont"/>
  <ns0:Override PartName="/ppt/fonts/font3.fntdata" ContentType="application/vnd.openxmlformats-officedocument.obfuscatedFont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 saveSubsetFonts="1" autoCompressPictures="0">
  <p:embeddedFontLst>
    <p:embeddedFont>
      <p:font typeface="Syne" panose="020B0604020202020204" pitchFamily="34" charset="-122"/>
      <p:regular r:id="rId8" fontKey="{F94F3719-5A21-40A7-BC1C-9952BEAF83FD}"/>
    </p:embeddedFont>
    <p:embeddedFont>
      <p:font typeface="IBM Plex Sans" panose="020B0604020202020204" pitchFamily="34" charset="-122"/>
      <p:regular r:id="rId9" fontKey="{B855300A-3CF9-48A3-B90C-A084559E72D9}"/>
    </p:embeddedFont>
    <p:embeddedFont>
      <p:font typeface="IBM Plex Sans Medium" panose="020B0604020202020204" pitchFamily="34" charset="-122"/>
      <p:regular r:id="rId10" fontKey="{1DF48AC3-4CC7-408D-ACD9-7ACCC26AB0A5}"/>
    </p:embeddedFont>
  </p:embeddedFontLst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Relationship Id="rId10" Type="http://schemas.openxmlformats.org/officeDocument/2006/relationships/font" Target="fonts/font3.fntdata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ai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" y="180136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F36"/>
                </a:solidFill>
                <a:latin typeface="Syne"/>
              </a:rPr>
              <a:t>Hangby</a:t>
            </a:r>
            <a:r>
              <a:rPr sz="3200" b="1">
                <a:solidFill>
                  <a:srgbClr val="FF5722"/>
                </a:solidFill>
                <a:latin typeface="Syne"/>
              </a:rPr>
              <a:t>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41448"/>
            <a:ext cx="5227167" cy="2148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5000" b="1">
                <a:solidFill>
                  <a:srgbClr val="1A1F36"/>
                </a:solidFill>
                <a:latin typeface="Syne"/>
              </a:rPr>
              <a:t>The </a:t>
            </a:r>
            <a:r>
              <a:rPr sz="5000" b="1">
                <a:solidFill>
                  <a:srgbClr val="FF5722"/>
                </a:solidFill>
                <a:latin typeface="Syne"/>
              </a:rPr>
              <a:t>first startup</a:t>
            </a:r>
            <a:r>
              <a:rPr sz="5000" b="1">
                <a:solidFill>
                  <a:srgbClr val="1A1F36"/>
                </a:solidFill>
                <a:latin typeface="Syne"/>
              </a:rPr>
              <a:t> social network for </a:t>
            </a:r>
            <a:r>
              <a:rPr sz="5000" b="1">
                <a:solidFill>
                  <a:srgbClr val="FF5722"/>
                </a:solidFill>
                <a:latin typeface="Syne"/>
              </a:rPr>
              <a:t>IRL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15967"/>
            <a:ext cx="5227167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0">
                <a:solidFill>
                  <a:srgbClr val="45495A"/>
                </a:solidFill>
                <a:latin typeface="IBM Plex Sans Medium"/>
              </a:rPr>
              <a:t>See who's free nearby and meet in person spontaneously.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63511" y="868680"/>
            <a:ext cx="4160520" cy="4160520"/>
          </a:xfrm>
          <a:prstGeom prst="roundRect">
            <a:avLst/>
          </a:prstGeom>
          <a:solidFill>
            <a:srgbClr val="F2EFE9"/>
          </a:solidFill>
          <a:ln w="381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391" y="1051560"/>
            <a:ext cx="3794760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211" y="5321808"/>
            <a:ext cx="43891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600" b="1">
                <a:solidFill>
                  <a:srgbClr val="1A1F36"/>
                </a:solidFill>
                <a:latin typeface="Syne"/>
              </a:rPr>
              <a:t>Scan to join the waitlist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211" y="5705856"/>
            <a:ext cx="43891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5B5D6C"/>
                </a:solidFill>
                <a:latin typeface="IBM Plex Sans Medium"/>
              </a:rPr>
              <a:t>hangby.me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